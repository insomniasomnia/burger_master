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🍔 BURGER MASTER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</a:rPr>
              <a:t>Plataforma de Votación de Hamburguesas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5486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Presentación técnica del equipo de desarrollo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¿Qué es Burger Master?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🏆  Competición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4 hamburguesas compiten entre sí por el voto del público.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536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0A"/>
                </a:solidFill>
              </a:rPr>
              <a:t>⭐  Votación con estrellas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Calificación de 1 a 5 estrellas por hamburguesa.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🚫  Sin pedidos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NO es una app de domicilios. Solo votación y ranking.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📡  Tiempo real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Ranking y visitas actualizados al instante con Supabase Realtime.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Stack Tecnológico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137160" cy="201168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Node.js + Express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Servidor backend y API REST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280160"/>
            <a:ext cx="137160" cy="2011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PostgreSQL · Storage · Realtime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57600"/>
            <a:ext cx="137160" cy="2011680"/>
          </a:xfrm>
          <a:prstGeom prst="rect">
            <a:avLst/>
          </a:prstGeom>
          <a:solidFill>
            <a:srgbClr val="7B3FAB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JWT + bcryptjs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462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Autenticación segura y hash de contraseñas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C888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657600"/>
            <a:ext cx="137160" cy="2011680"/>
          </a:xfrm>
          <a:prstGeom prst="rect">
            <a:avLst/>
          </a:prstGeom>
          <a:solidFill>
            <a:srgbClr val="C8880A"/>
          </a:solidFill>
          <a:ln w="12700">
            <a:solidFill>
              <a:srgbClr val="C88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HTML / CSS / JS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462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Frontend vanilla, sin frameworks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Roles de Usuario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3657600" cy="731520"/>
          </a:xfrm>
          <a:prstGeom prst="rect">
            <a:avLst/>
          </a:prstGeom>
          <a:solidFill>
            <a:srgbClr val="2060A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👤  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y filtrar hamburguesas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Votar con estrellas (1 vez por hamburguesa)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ranking en tiempo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Estado activo al registrarse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188720"/>
            <a:ext cx="3657600" cy="73152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👷  EMPLEADO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Registrar visitas manualmente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flujo de su propio restaurante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Debe usar código de restaurante (1001-1004)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Requiere aprobación del admin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188720"/>
            <a:ext cx="3657600" cy="73152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🔑  ADMIN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todos los usuarios y restaurantes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Aprobar o rechazar empleados pendientes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resumen completo de votaciones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Se crea directo en la base de datos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Modelo de Base de Datos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solidFill>
            <a:srgbClr val="2060A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usuarios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username · password · rol · restaurante_id · estado · created_at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restaurantes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nombre · direccion · ciudad · telefono · imagen_url · latitud · longitud · codigo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486400" cy="457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hamburguesas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nombre · descripcion · imagen_url · proteina · sabor · disponible · restaurante_id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108960"/>
            <a:ext cx="54864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usuario_id · hamburguesa_id · estrellas (1-5) · created_at  →  UNIQUE(usuario, hamburguesa)  ·  Realtime 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502920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5029200"/>
            <a:ext cx="5486400" cy="457200"/>
          </a:xfrm>
          <a:prstGeom prst="rect">
            <a:avLst/>
          </a:prstGeom>
          <a:solidFill>
            <a:srgbClr val="7B3FAB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5074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5577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usuario_id · restaurante_id · fecha_visita  →  Realtime 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02920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5029200"/>
            <a:ext cx="54864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5074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multimedia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5577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id · hamburguesa_id · tipo (imagen/video) · url · 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API REST — Endpoints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60A0"/>
                </a:solidFill>
              </a:rPr>
              <a:t>Auth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/registrar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Hamburguesas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/hamburguesas/:id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/hamburguesas?proteina=...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/hamburguesas?sabor=...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Votos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/votos  🔒 cliente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/votos/ranking  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/votos/participantes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3FAB"/>
                </a:solidFill>
              </a:rPr>
              <a:t>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703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/admin/usuarios  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/admin/usuarios/pendientes  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/admin/usuarios/:id/aprobar  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/admin/usuarios/:id/rechazar  🔒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5166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8C3C"/>
                </a:solidFill>
              </a:rPr>
              <a:t>Restaurantes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715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/restaurantes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/restaurantes/mapa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5166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8888"/>
                </a:solidFill>
              </a:rPr>
              <a:t>Visitas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5715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/visitas  🔒 empleado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/visitas/:restaurante_id  🔒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🔒 = requiere JWT    📡 = Realtime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Frontend — Páginas y Flujo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Landing page · Hero · Ranking · Filtros · Competidores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161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6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Inicio de sesión · redirige según rol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33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6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registro.html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Registro · selector de rol · código de restaurante para empleados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633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ranking.html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Tabla de ranking en tiempo real · protegido con soloAutenticado()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0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8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mapa.html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Mapa interactivo con ubicaciones de los 4 restaurantes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050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dashboard-empleado.html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480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Flujo de visitas del restaurante · protegido soloRol('empleado')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5394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4681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dashboard-admin.html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897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Gestión de empleados pendientes + resumen votos · soloRol('admin')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5394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4681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hamburguesa-1..4.html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5897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Perfil individual de cada hamburguesa · multimedia · votación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Seguridad e Implementación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🔐  JWT (8h expiry)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Token firmado con JWT_SECRET en .env. Middleware verifica en cada request protegido.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🛡️  bcryptjs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Contraseñas hasheadas. El campo password nunca se expone en respuestas.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🚦  Middleware de roles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verificarRol('admin') y verificarRol('empleado','admin') encadenados con verificarToken.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🔒  UNIQUE en votos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Restricción a nivel BD: UNIQUE(usuario_id, hamburguesa_id). Error 23505 → 409.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98348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⏳  Aprobación de empleados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Empleados quedan en estado 'pendiente'. Sin aprobación admin no pueden iniciar sesión.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98348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📋  Variables de entorno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5577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SUPABASE_URL, SUPABASE_ANON_KEY, JWT_SECRET, PORT — nunca en el repositorio.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Flujo de Registro y Login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</a:rPr>
              <a:t>REGISTRO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Usuario elige rol (cliente / empleado)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Si empleado: ingresa código 1001-1004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55264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Backend valida código → busca UUID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Cliente → estado 'activo' inmediato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8646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Empleado → estado 'pendiente'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Admin aprueba o rechaza desde su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</a:rPr>
              <a:t>LOGIN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POST /login con username + password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450592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420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Backend valida credenciales + estado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255264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Si 'pendiente' → 403 (aún no aprobado)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059936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Si activo → devuelve JWT firmado (8h)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8646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Frontend decodifica JWT → lee el rol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566928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Redirige: cliente→index, empleado→dash, admin→admin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Tiempo Real con Supabase Realtime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📡 ¿Cómo funciona?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38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385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ranking.js llama GET /config para obtener las claves públicas de Supabase.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Crea un cliente Supabase desde el CDN con esas claves en el navegador.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93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4930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 suscribe a eventos INSERT en la tabla votos.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70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2702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Cuando alguien vota, Supabase emite el evento en tiempo real.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47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0474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El frontend recibe el evento → llama cargarRanking() + cargarParticipantes().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580644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824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8247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 tabla del ranking se actualiza automáticamente, sin recargar la página.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1A0E08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</a:rPr>
              <a:t>La tabla visitas también tiene Realtime ON — empleados y admins ven flujo en vivo.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50A"/>
                </a:solidFill>
              </a:rPr>
              <a:t>Estado Actual del Proyecto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8C3C"/>
                </a:solidFill>
              </a:rPr>
              <a:t>✅  Completado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Servidor Express completo (servidor.js)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Todos los middlewares: auth +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Todas las rutas backend: auth, hamburguesas, restaurantes, votos, visitas, 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Frontend completo: auth, ranking, votación, hamburguesas,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Auth guard con redirección por 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Navbar dinámico con dropdown según 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Ranking en tiempo real (Supabase Realtime)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5440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Código de restaurante para registro de empleados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 Dashboard admin: aprobar/rechazar empleados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57881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</a:rPr>
              <a:t>Burger Master — Plataforma de Votación de Hamburguesas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650A"/>
                </a:solidFill>
              </a:rPr>
              <a:t>Node.js  ·  Express  ·  Supabase  ·  JWT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Equipo de Desarrollo — Abril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2026-04-19T18:39:36Z</dcterms:created>
  <dcterms:modified xsi:type="dcterms:W3CDTF">2026-04-19T18:39:36Z</dcterms:modified>
</cp:coreProperties>
</file>